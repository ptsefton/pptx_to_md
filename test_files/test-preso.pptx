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3"/>
    <p:restoredTop sz="66575"/>
  </p:normalViewPr>
  <p:slideViewPr>
    <p:cSldViewPr snapToGrid="0">
      <p:cViewPr varScale="1">
        <p:scale>
          <a:sx n="82" d="100"/>
          <a:sy n="82" d="100"/>
        </p:scale>
        <p:origin x="1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A51B1-E8E9-DA43-8796-580C4B6A14AD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87B960-75CF-0642-A5D9-BD1DE3FF0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37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PPTX2 MD</a:t>
            </a:r>
          </a:p>
          <a:p>
            <a:endParaRPr lang="en-US" dirty="0"/>
          </a:p>
          <a:p>
            <a:r>
              <a:rPr lang="en-US" dirty="0"/>
              <a:t>This is a test </a:t>
            </a:r>
            <a:r>
              <a:rPr lang="en-US" dirty="0" err="1"/>
              <a:t>preso</a:t>
            </a:r>
            <a:r>
              <a:rPr lang="en-US" dirty="0"/>
              <a:t> for PPTX2MD.</a:t>
            </a:r>
          </a:p>
          <a:p>
            <a:endParaRPr lang="en-US" dirty="0"/>
          </a:p>
          <a:p>
            <a:r>
              <a:rPr lang="en-US" dirty="0"/>
              <a:t>To use it the program:</a:t>
            </a:r>
          </a:p>
          <a:p>
            <a:endParaRPr lang="en-US" dirty="0"/>
          </a:p>
          <a:p>
            <a:r>
              <a:rPr lang="en-US" dirty="0"/>
              <a:t>-  Make slides with lots of notes, like this.</a:t>
            </a:r>
          </a:p>
          <a:p>
            <a:r>
              <a:rPr lang="en-US" dirty="0"/>
              <a:t>-  Use  </a:t>
            </a:r>
            <a:r>
              <a:rPr lang="en-US" dirty="0" err="1"/>
              <a:t>CommonMark</a:t>
            </a:r>
            <a:r>
              <a:rPr lang="en-US" dirty="0"/>
              <a:t> formatting in the notes for best results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B960-75CF-0642-A5D9-BD1DE3FF0A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51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the </a:t>
            </a:r>
            <a:r>
              <a:rPr lang="en-US" dirty="0" err="1"/>
              <a:t>plantuml</a:t>
            </a:r>
            <a:r>
              <a:rPr lang="en-US" dirty="0"/>
              <a:t> source for the </a:t>
            </a:r>
            <a:r>
              <a:rPr lang="en-US"/>
              <a:t>diagram above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```</a:t>
            </a:r>
          </a:p>
          <a:p>
            <a:r>
              <a:rPr lang="en-US" dirty="0"/>
              <a:t>@</a:t>
            </a:r>
            <a:r>
              <a:rPr lang="en-US" dirty="0" err="1"/>
              <a:t>startuml</a:t>
            </a:r>
            <a:endParaRPr lang="en-US" dirty="0"/>
          </a:p>
          <a:p>
            <a:r>
              <a:rPr lang="en-US" dirty="0"/>
              <a:t>!theme plain</a:t>
            </a:r>
          </a:p>
          <a:p>
            <a:endParaRPr lang="en-US" dirty="0"/>
          </a:p>
          <a:p>
            <a:r>
              <a:rPr lang="en-US" dirty="0"/>
              <a:t>actor "Person on street" as Person</a:t>
            </a:r>
          </a:p>
          <a:p>
            <a:r>
              <a:rPr lang="en-US" dirty="0"/>
              <a:t>actor PT</a:t>
            </a:r>
          </a:p>
          <a:p>
            <a:endParaRPr lang="en-US" dirty="0"/>
          </a:p>
          <a:p>
            <a:r>
              <a:rPr lang="en-US" dirty="0"/>
              <a:t>participant "🐕 Floki 🐶" as Floki</a:t>
            </a:r>
          </a:p>
          <a:p>
            <a:endParaRPr lang="en-US" dirty="0"/>
          </a:p>
          <a:p>
            <a:r>
              <a:rPr lang="en-US" dirty="0"/>
              <a:t>Person -&gt; Floki: OOOH Aren't you a big handsome boy</a:t>
            </a:r>
          </a:p>
          <a:p>
            <a:r>
              <a:rPr lang="en-US" dirty="0"/>
              <a:t>Floki -&gt; Person: &lt;tilts head, makes eyes&gt;</a:t>
            </a:r>
          </a:p>
          <a:p>
            <a:r>
              <a:rPr lang="en-US" dirty="0"/>
              <a:t>PT -&gt; Person : Well yes I am but you need to know that I am married</a:t>
            </a:r>
          </a:p>
          <a:p>
            <a:r>
              <a:rPr lang="en-US" dirty="0"/>
              <a:t>Person -&gt; PT : Ha ha. You know that saying about dogs and their owners,\</a:t>
            </a:r>
            <a:r>
              <a:rPr lang="en-US" dirty="0" err="1"/>
              <a:t>nyou're</a:t>
            </a:r>
            <a:r>
              <a:rPr lang="en-US" dirty="0"/>
              <a:t> not as handsome as him but there are distinct similarities</a:t>
            </a:r>
          </a:p>
          <a:p>
            <a:r>
              <a:rPr lang="en-US" dirty="0"/>
              <a:t>PT -&gt; Person : Right, we're very alike. I'd just like to let you know\</a:t>
            </a:r>
            <a:r>
              <a:rPr lang="en-US" dirty="0" err="1"/>
              <a:t>nI</a:t>
            </a:r>
            <a:r>
              <a:rPr lang="en-US" dirty="0"/>
              <a:t> am about to start humping your leg</a:t>
            </a:r>
          </a:p>
          <a:p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enduml</a:t>
            </a:r>
            <a:endParaRPr lang="en-US" dirty="0"/>
          </a:p>
          <a:p>
            <a:r>
              <a:rPr lang="en-US" dirty="0"/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B960-75CF-0642-A5D9-BD1DE3FF0A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05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9C9BB-1AA3-69E0-7545-9D27638E8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714AD1-363B-4D58-EBEE-3EB1CBB5F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993B-C555-F58D-C12E-7D589BE8D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346D-8C54-3A48-8973-000B579BF9C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83450-94AE-E3C4-046D-19100131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E97B8-8466-6B0F-1ACC-C12B461CA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55A8-C0EF-E649-97CB-F22D1CDA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17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F8F76-019C-714E-839A-82E513BF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89904-DA22-9451-FB5A-625789E8D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04440-B86B-6417-EB12-B3237160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346D-8C54-3A48-8973-000B579BF9C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9F716-FAF0-7E65-673F-64598F1FA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513E9-0C03-DCAE-6E8A-B07CBF6C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55A8-C0EF-E649-97CB-F22D1CDA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5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0EAB-F56F-1F39-93FE-01FEF91D2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E92A1-DCFF-F18F-E5B6-498808DBF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63455-89F3-FE90-7CB9-C388226B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346D-8C54-3A48-8973-000B579BF9C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4A851-06F0-63B0-24E8-D62F3203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00BD4-3EEC-DE6E-86C6-4E525A1FB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55A8-C0EF-E649-97CB-F22D1CDA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1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59B8-3FEA-457F-2BE5-9DC29E9F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94B3-648A-0E97-DBAB-EFBB46B39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7134B-0E82-28A1-C819-7F044BF82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BEF53-833B-F2B0-1F61-BCF05B179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346D-8C54-3A48-8973-000B579BF9C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B8A35-53B6-BEB0-7BE4-CE3C243A5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F0DD0-B728-B96F-F8D9-4C892AFA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55A8-C0EF-E649-97CB-F22D1CDA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79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075B-52B0-FCE0-3DDB-5B233259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E855A-2FBC-91EF-1FEA-77D3717DE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00363-3A6B-483C-4EAC-07C1B96AA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153C4A-8826-48AE-98EC-32908A86D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A485C3-5E30-3EE8-15CC-0B5FE8D9B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A76B14-2F97-8D37-557D-142DFBB2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346D-8C54-3A48-8973-000B579BF9C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23F19-7AC5-D54C-C5EB-CE5845E8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14B45A-9E71-A0F1-DF42-57357BB8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55A8-C0EF-E649-97CB-F22D1CDA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0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AA8E-6F98-CD8C-178D-C45ADA47C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03AD62-458B-3859-1243-B34FDA15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346D-8C54-3A48-8973-000B579BF9C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CE404-2EBD-9670-9AD6-22EAA1A2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88E26-4891-A26A-04C4-859AF7DC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55A8-C0EF-E649-97CB-F22D1CDA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58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8C34A-B6ED-B70E-3986-A91B7A8CF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346D-8C54-3A48-8973-000B579BF9C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F5DA72-FB1C-6612-2300-AB2260A68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63CC2-B607-AC45-7DDA-127AB5C61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55A8-C0EF-E649-97CB-F22D1CDA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18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D4F7-909B-2D05-B05E-565295B5E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3915-5329-56DA-134A-0ECFF26CE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70695-351D-FDA1-AF05-AE9900903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8D2FB-FC53-6CF5-733C-B78ED378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346D-8C54-3A48-8973-000B579BF9C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67ABF-B626-67F7-6681-08B58B0A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34387-D058-3373-DE23-5D8DA2D22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55A8-C0EF-E649-97CB-F22D1CDA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13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6F86-A02C-4429-01D9-E0671A0B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F40986-0655-83D9-206A-1CB30749A8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27477-E2D4-90CB-22D3-9E8AB4555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E9339-42F2-D53C-378F-2C7B556AF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346D-8C54-3A48-8973-000B579BF9C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3B623-FCAA-2E41-3B1B-1BC53F8A9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526DA-75C2-56D1-2C94-055275D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55A8-C0EF-E649-97CB-F22D1CDA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2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A3EC-62ED-A096-5535-90361F102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167B4-421F-E101-C510-63A560F34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5C047-E17B-4077-AC6A-0ABE4654C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346D-8C54-3A48-8973-000B579BF9C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0C170-7AF2-EAEC-B5FA-BCFE6BB34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B2455-FFD3-E08B-65EA-95C99B1D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55A8-C0EF-E649-97CB-F22D1CDA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9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A5799-B1EB-FFF6-547D-6F7E88825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B255C-B60E-2598-58F2-50981EA29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1CC46-E9CC-E417-C2E6-17B23BD7E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A346D-8C54-3A48-8973-000B579BF9C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807DC-8357-63E2-3904-F8A6CC24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4560A-2D3D-95CA-A40B-039F938A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255A8-C0EF-E649-97CB-F22D1CDA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06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8C615-10F0-6FC2-C943-4A7EE5547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EBE68-DCEF-3721-3BBD-FC76DD9BF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5AE5B-5F03-01AE-4C5B-BD106A871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A346D-8C54-3A48-8973-000B579BF9C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0E486-B291-FE05-820C-2A0CB29E5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AA378-FE57-ED64-5FB9-F793E58FC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7255A8-C0EF-E649-97CB-F22D1CDA9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338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20566-A73E-9DCF-D096-310E964572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PPTX2MD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C658A-5319-D9F0-8283-F930A7E1F7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presentation!</a:t>
            </a:r>
          </a:p>
        </p:txBody>
      </p:sp>
    </p:spTree>
    <p:extLst>
      <p:ext uri="{BB962C8B-B14F-4D97-AF65-F5344CB8AC3E}">
        <p14:creationId xmlns:p14="http://schemas.microsoft.com/office/powerpoint/2010/main" val="331712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531028-2CB2-39B3-DF15-5E5F1ABFD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59" y="309966"/>
            <a:ext cx="10525634" cy="587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70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Macintosh PowerPoint</Application>
  <PresentationFormat>Widescreen</PresentationFormat>
  <Paragraphs>31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PPTX2MD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Sefton</dc:creator>
  <cp:lastModifiedBy>Peter Sefton</cp:lastModifiedBy>
  <cp:revision>1</cp:revision>
  <dcterms:created xsi:type="dcterms:W3CDTF">2025-11-18T21:38:09Z</dcterms:created>
  <dcterms:modified xsi:type="dcterms:W3CDTF">2025-11-18T21:42:19Z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2025-11-18T21:42:19Z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28362688-5957-4230-8328-d12997d31d09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50, 3, 0, 1</vt:lpwstr>
  </property>
</Properties>
</file>